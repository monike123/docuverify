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Example trust score breakdown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 (example)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OCR</c:v>
                </c:pt>
                <c:pt idx="1">
                  <c:v>Fields</c:v>
                </c:pt>
                <c:pt idx="2">
                  <c:v>Rules</c:v>
                </c:pt>
                <c:pt idx="3">
                  <c:v>Image</c:v>
                </c:pt>
                <c:pt idx="4">
                  <c:v>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Check type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Points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DocVerify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Government HR Document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600"/>
              </a:spcAft>
              <a:defRPr b="1" sz="1400">
                <a:solidFill>
                  <a:srgbClr val="16A34A"/>
                </a:solidFill>
              </a:defRPr>
            </a:pPr>
            <a:r>
              <a:t>Purpose for HR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HR receives official papers: Aadhaar, PAN, caste, experience, education, resume.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Manual checking is slow and risks errors or sharing private numbers.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DocVerify uploads a photo/PDF and returns verified, review, or flagged.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Sensitive data is masked; every result is saved for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051560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Verification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960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1. Upload</a:t>
            </a:r>
          </a:p>
          <a:p>
            <a:pPr algn="ctr">
              <a:defRPr sz="700">
                <a:solidFill>
                  <a:srgbClr val="475569"/>
                </a:solidFill>
              </a:defRPr>
            </a:pPr>
            <a:r>
              <a:t>Photo /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4688" y="1371600"/>
            <a:ext cx="960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2. OCR Read</a:t>
            </a:r>
          </a:p>
          <a:p>
            <a:pPr algn="ctr">
              <a:defRPr sz="700">
                <a:solidFill>
                  <a:srgbClr val="475569"/>
                </a:solidFill>
              </a:defRPr>
            </a:pPr>
            <a:r>
              <a:t>Extract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74536" y="1371600"/>
            <a:ext cx="960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3. AI Check</a:t>
            </a:r>
          </a:p>
          <a:p>
            <a:pPr algn="ctr">
              <a:defRPr sz="700">
                <a:solidFill>
                  <a:srgbClr val="475569"/>
                </a:solidFill>
              </a:defRPr>
            </a:pPr>
            <a:r>
              <a:t>Validate &amp; detect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44384" y="1371600"/>
            <a:ext cx="960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4. Score</a:t>
            </a:r>
          </a:p>
          <a:p>
            <a:pPr algn="ctr">
              <a:defRPr sz="700">
                <a:solidFill>
                  <a:srgbClr val="475569"/>
                </a:solidFill>
              </a:defRPr>
            </a:pPr>
            <a:r>
              <a:t>Confidence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4232" y="1371600"/>
            <a:ext cx="960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5. Save</a:t>
            </a:r>
          </a:p>
          <a:p>
            <a:pPr algn="ctr">
              <a:defRPr sz="700">
                <a:solidFill>
                  <a:srgbClr val="475569"/>
                </a:solidFill>
              </a:defRPr>
            </a:pPr>
            <a:r>
              <a:t>Audit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1728216.0"/>
            <a:ext cx="109728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64808" y="1728216.0"/>
            <a:ext cx="109728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34656" y="1728216.0"/>
            <a:ext cx="109728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04504" y="1728216.0"/>
            <a:ext cx="109728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3337560"/>
          <a:ext cx="8321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4160520"/>
              </a:tblGrid>
              <a:tr h="261257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Document 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What HR receives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Aadhaar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Number read, format checked, masked copy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PAN validated, name extracted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Caste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Category and certificate details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Experience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Company, employee, dates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Institute, degree, year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Contact, education, experience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11480" y="53492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75569"/>
                </a:solidFill>
              </a:defRPr>
            </a:pPr>
            <a:r>
              <a:t>HR keeps final authority. Technology handles first-level reading; uncertain cases go to review queue.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How DocVerify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System overview for HR officers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8321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Netlify</a:t>
            </a:r>
          </a:p>
          <a:p>
            <a:pPr algn="ctr">
              <a:defRPr sz="1000">
                <a:solidFill>
                  <a:srgbClr val="16A34A"/>
                </a:solidFill>
              </a:defRPr>
            </a:pPr>
            <a:r>
              <a:t>HR website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Upload, dashboard,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98448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HF Space</a:t>
            </a:r>
          </a:p>
          <a:p>
            <a:pPr algn="ctr">
              <a:defRPr sz="1000">
                <a:solidFill>
                  <a:srgbClr val="16A34A"/>
                </a:solidFill>
              </a:defRPr>
            </a:pPr>
            <a:r>
              <a:t>Processing engine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OCR + AI +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98448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Supabase</a:t>
            </a:r>
          </a:p>
          <a:p>
            <a:pPr algn="ctr">
              <a:defRPr sz="1000">
                <a:solidFill>
                  <a:srgbClr val="16A34A"/>
                </a:solidFill>
              </a:defRPr>
            </a:pPr>
            <a:r>
              <a:t>Secure database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Results and audit trail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1778508.0"/>
            <a:ext cx="320040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06440" y="1778508.0"/>
            <a:ext cx="320040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2331720"/>
            <a:ext cx="40233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600"/>
              </a:spcAft>
              <a:defRPr b="1" sz="1400">
                <a:solidFill>
                  <a:srgbClr val="16A34A"/>
                </a:solidFill>
              </a:defRPr>
            </a:pPr>
            <a:r>
              <a:t>Process and outcomes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1. HR uploads document on the website.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2. Processing engine reads text and runs AI + rule checks.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3. Results stored in secure database with scores and flags.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4. Final score: 70% AI analysis + 30% rule validation.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Outcomes: Verified · Manual Review · Rejected.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617720" y="2331720"/>
          <a:ext cx="4114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11480" y="4800600"/>
            <a:ext cx="832104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Upload  →  Check  →  Mask private data  →  Save  →  HR reviews if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